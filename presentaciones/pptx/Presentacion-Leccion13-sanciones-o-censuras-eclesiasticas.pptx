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4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0785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97433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89240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07312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41724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71307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77044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9215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47951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54643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4378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D32EFE-1D62-4DA0-A5CD-C8268FCDBC3A}" type="datetimeFigureOut">
              <a:rPr lang="es-CL" smtClean="0"/>
              <a:t>06-10-2026</a:t>
            </a:fld>
            <a:endParaRPr lang="es-C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C6310-BB4E-4786-B4F5-AE7E056FEF7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4867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0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lamina-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2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3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4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5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6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7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8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9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0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2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3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4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5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6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7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8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19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mina20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Dagoberto Peñaloza A,</dc:creator>
  <cp:lastModifiedBy>Dagoberto Peñaloza A,</cp:lastModifiedBy>
  <cp:revision>1</cp:revision>
  <dcterms:created xsi:type="dcterms:W3CDTF">2026-10-06T21:43:48Z</dcterms:created>
  <dcterms:modified xsi:type="dcterms:W3CDTF">2026-10-06T21:43:48Z</dcterms:modified>
</cp:coreProperties>
</file>