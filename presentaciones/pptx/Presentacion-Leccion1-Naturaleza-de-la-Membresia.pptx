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078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743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924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731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172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130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704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21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79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464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37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32EFE-1D62-4DA0-A5CD-C8268FCDBC3A}" type="datetimeFigureOut">
              <a:rPr lang="es-CL" smtClean="0"/>
              <a:t>06-10-2026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C6310-BB4E-4786-B4F5-AE7E056FEF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867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0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8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19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lamina-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0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1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6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8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1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mina20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Dagoberto Peñaloza A,</dc:creator>
  <cp:lastModifiedBy>Dagoberto Peñaloza A,</cp:lastModifiedBy>
  <cp:revision>1</cp:revision>
  <dcterms:created xsi:type="dcterms:W3CDTF">2026-10-06T21:43:48Z</dcterms:created>
  <dcterms:modified xsi:type="dcterms:W3CDTF">2026-10-06T21:43:48Z</dcterms:modified>
</cp:coreProperties>
</file>